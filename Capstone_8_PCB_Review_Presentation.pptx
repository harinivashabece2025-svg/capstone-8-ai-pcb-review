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CAPSTONE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F5597"/>
                </a:solidFill>
              </a:defRPr>
            </a:pPr>
            <a:r>
              <a:t>AI PCB Design Review Checklist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</a:defRPr>
            </a:pPr>
            <a:r>
              <a:t>Project question: Can AI help beginners review simple PCB layouts, and what mistakes does it miss?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</a:defRPr>
            </a:pPr>
            <a:r>
              <a:t>Three cases: 5 V regulator • LED indicator • 555 timer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</a:defRPr>
            </a:pPr>
            <a:r>
              <a:t>Goal: combine AI suggestions with sources, ERC/DRC, calculations and human review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</a:defRPr>
            </a:pPr>
            <a:r>
              <a:t>Note: sample findings are illustrative until actual board files and teacher feedback are added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2"/>
                </a:solidFill>
              </a:defRPr>
            </a:pPr>
            <a:r>
              <a:t>CAPSTONE 8 • AI PCB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Method: AI is a first-pass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F5597"/>
                </a:solidFill>
              </a:defRPr>
            </a:pPr>
            <a:r>
              <a:t>A repeatable, evidence-led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1. Collect schematic, PCB views, BOM, exact part numbers and design requirements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2. Apply the same source-grounded checklist to all three designs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3. Ask AI for Pass / Fail / Unknown, evidence, confidence and next verification step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4. Verify with datasheets, KiCad ERC/DRC, calculations and teacher review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5. Record false alarms, missed issues and unsupported 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2"/>
                </a:solidFill>
              </a:defRPr>
            </a:pPr>
            <a:r>
              <a:t>CAPSTONE 8 • AI PCB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Three example designs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F5597"/>
                </a:solidFill>
              </a:defRPr>
            </a:pPr>
            <a:r>
              <a:t>What the checklist looks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</a:defRPr>
            </a:pPr>
            <a:r>
              <a:t>A — 5 V regulator: pinout, capacitors, current path, power dissipation and thermal limits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</a:defRPr>
            </a:pPr>
            <a:r>
              <a:t>B — LED indicator: series resistor, LED polarity, resistor power and connector labels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</a:defRPr>
            </a:pPr>
            <a:r>
              <a:t>C — 555 timer: exact pin mapping, local decoupling, timing network and output load</a:t>
            </a:r>
          </a:p>
          <a:p>
            <a:pPr>
              <a:spcAft>
                <a:spcPts val="1400"/>
              </a:spcAft>
              <a:defRPr sz="2000">
                <a:solidFill>
                  <a:srgbClr val="2D3748"/>
                </a:solidFill>
              </a:defRPr>
            </a:pPr>
            <a:r>
              <a:t>Evidence needed: actual schematic + board layout + exact manufacturer datasheets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2"/>
                </a:solidFill>
              </a:defRPr>
            </a:pPr>
            <a:r>
              <a:t>CAPSTONE 8 • AI PCB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Verified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F5597"/>
                </a:solidFill>
              </a:defRPr>
            </a:pPr>
            <a:r>
              <a:t>Core review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Decoupling: capacitor close to supply pin; short, direct return path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Grounding: continuous, sensible return path; avoid bottlenecks; no universal split-plane rule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Trace width: justify from current, copper, layer, temperature rise and voltage drop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Footprints &amp; mechanics: pad mapping, polarity, connector orientation, edge clearance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Final checks: ERC, DRC, thermal calculations, Gerbers, BOM and human sign-off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2"/>
                </a:solidFill>
              </a:defRPr>
            </a:pPr>
            <a:r>
              <a:t>CAPSTONE 8 • AI PCB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AI can get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F5597"/>
                </a:solidFill>
              </a:defRPr>
            </a:pPr>
            <a:r>
              <a:t>Error and miss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Missed: hidden connectivity, wrong footprint pad numbers, thermal overload or narrow current paths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False alarm: a component is outside a cropped screenshot and AI calls it missing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Invented rule: “all boards must split analog and digital ground”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False confidence: “DRC clean means production-ready”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Control: require sources, mark unknowns, verify every high-priority finding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2"/>
                </a:solidFill>
              </a:defRPr>
            </a:pPr>
            <a:r>
              <a:t>CAPSTONE 8 • AI PCB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Tool comparison &amp;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F5597"/>
                </a:solidFill>
              </a:defRPr>
            </a:pPr>
            <a:r>
              <a:t>Use a shared rubric, not impressions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ChatGPT: structured checklist and finding explanations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Gemini: independent second review on the same evidence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Perplexity: discover primary sources; open and verify them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KiCad ERC/DRC: deterministic checks against configured rules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Spreadsheet: dropdown status, automatic completeness score and unresolved-item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2"/>
                </a:solidFill>
              </a:defRPr>
            </a:pPr>
            <a:r>
              <a:t>CAPSTONE 8 • AI PCB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&amp; submission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F5597"/>
                </a:solidFill>
              </a:defRPr>
            </a:pPr>
            <a:r>
              <a:t>AI helps organize review; it does not certify a PCB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89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AI is most useful when constrained by a checklist and asked to show evidence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It cannot replace exact datasheets, netlist inspection, calculations or expert review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Add screenshots of each real board, both AI outputs, DRC/ERC reports and teacher comments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Sources: TI layout guidelines • Analog Devices grounding guidance • KiCad docs • Saturn PCB Toolkit</a:t>
            </a:r>
          </a:p>
          <a:p>
            <a:pPr>
              <a:spcAft>
                <a:spcPts val="1400"/>
              </a:spcAft>
              <a:defRPr sz="1700">
                <a:solidFill>
                  <a:srgbClr val="2D3748"/>
                </a:solidFill>
              </a:defRPr>
            </a:pPr>
            <a:r>
              <a:t>Final rule: unknown is not pass; unresolved high-risk findings block sign-off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382"/>
                </a:solidFill>
              </a:defRPr>
            </a:pPr>
            <a:r>
              <a:t>CAPSTONE 8 • AI PCB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